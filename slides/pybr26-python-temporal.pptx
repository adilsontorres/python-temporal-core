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gi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gi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gif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gif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gif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gif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gif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85.gif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7.gif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gif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95.gif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99.gif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1ec820d4-empilhad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" y="368300"/>
            <a:ext cx="11424355" cy="6426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1244c477-empilhad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" y="368300"/>
            <a:ext cx="11424355" cy="6426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4eccdcd2-empilhad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" y="368300"/>
            <a:ext cx="11424355" cy="6426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1b963f2d-empilhad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" y="368300"/>
            <a:ext cx="11424355" cy="6426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82c02637-empilhad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" y="368300"/>
            <a:ext cx="11424355" cy="6426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35be77e1-empilhad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" y="368300"/>
            <a:ext cx="11424355" cy="64262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9968f670-empilhad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" y="368300"/>
            <a:ext cx="11424355" cy="64262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3a17b08-empilhad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" y="368300"/>
            <a:ext cx="11424355" cy="64262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277a4dd9-empilhad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" y="368300"/>
            <a:ext cx="11424355" cy="64262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08038f12-empilhad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" y="368300"/>
            <a:ext cx="11424355" cy="64262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1fcbb664-empilhad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" y="368300"/>
            <a:ext cx="11424355" cy="64262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60a70bc2-empilhad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" y="368300"/>
            <a:ext cx="11424355" cy="64262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268e8f54-empilhad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2" y="368300"/>
            <a:ext cx="11424355" cy="64262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